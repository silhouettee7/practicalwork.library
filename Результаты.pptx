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a36a4bf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a36a4bf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a36a4bf1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a36a4bf1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a36a4bf1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a36a4bf1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a36a4bf1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a36a4bf1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a36a4bf1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a36a4bf1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a36a4bf1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a36a4bf1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a36a4bf1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a36a4bf1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a36a4bf1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a36a4bf1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a36a4bf1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a36a4bf1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a36a4bf1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a36a4bf1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a36a4bf1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ea36a4bf1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a36a4bf1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a36a4bf1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Результаты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Гильфанов Камиль Ильнарович 11-307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Исходная архитектура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5514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Все было в одном решении, нет явного разделения на микросервисы, невозможно отследить зависимости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0552" y="1185000"/>
            <a:ext cx="2801750" cy="335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Целевая архитектура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425" y="1114400"/>
            <a:ext cx="4049100" cy="349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8" y="1114388"/>
            <a:ext cx="4049100" cy="349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Целевая архитектура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50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Вынес общие зависимости (домен, контракты, кэш, очередь, файловое хранилище) в отдельное решение и запаковал их в нугеты.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У остальных микросервисов свои зависимости (БД, почта), они друг от друга напрямую не зависят, только через внешние сервисы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b="0" l="0" r="50000" t="0"/>
          <a:stretch/>
        </p:blipFill>
        <p:spPr>
          <a:xfrm>
            <a:off x="5542950" y="1347775"/>
            <a:ext cx="3409950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Примеры рефакторинга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Глобально: создал отдельную таблицу для отчетов в сервисе Библиотеки, ранее этот сервис обращался к БД отчетов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Нарушение SRP: сервис генерации отчетов генерировал отчеты для Отчетов и Библиотеки, при разделении на отдельные решения исправилось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Инкапсулировал логику генерации отчетов, отправки писем непосредственно в соответствующие сервисы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Других нарушений из требований практической работы не выявил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Структура unit-тестов модуля “Отчеты”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538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в Domain содержатся тесты доменных сущностей (методы, их поведение)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В DomainServices тесты самих доменных сервисов (бизнес-сценарии)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ConsumerServices тесты логики консьюмеров без запуска очереди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Mappers - маппинг сущностей Presentaion - Layer - Infrastructure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TestReportHtml - отчет покрытия тестами в html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3063" y="1752600"/>
            <a:ext cx="3590925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Результаты покрытия тестами </a:t>
            </a:r>
            <a:r>
              <a:rPr lang="ru"/>
              <a:t>“Отчеты”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 rotWithShape="1">
          <a:blip r:embed="rId3">
            <a:alphaModFix/>
          </a:blip>
          <a:srcRect b="58768" l="0" r="0" t="0"/>
          <a:stretch/>
        </p:blipFill>
        <p:spPr>
          <a:xfrm>
            <a:off x="1210400" y="2571756"/>
            <a:ext cx="6517401" cy="1358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Структура unit-тестов модуля “Библиотека”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5382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в Domain содержатся тесты доменных сущностей (методы, их поведение)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В DomainServices тесты самих доменных сервисов (бизнес-сценарии)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JobServices тесты логики фоновых задач без запуска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Validation содержит тесты валидации для пользовательских данных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Mappers - маппинг сущностей Presentaion - Layer - Infrastructure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TestReportHtml - отчет покрытия тестами в html</a:t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1088" y="1543050"/>
            <a:ext cx="3152775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Результаты покрытия тестами “Библиотека”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075" y="1255600"/>
            <a:ext cx="8413851" cy="182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Покрытие тестами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Branch coverage: с</a:t>
            </a:r>
            <a:r>
              <a:rPr lang="ru"/>
              <a:t>читаю, что для основных и критических сценариев покрытие достаточное, у других путей веток исполнения кода не такое важное значение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Line coverage: также достаточное покрытие на мой взгляд (не стал тестировать репозитории, контекст, методы библиотек, сервисы внешнего слоя, так как либо бессмысленно, либо нужно поднимать контейнеры, либо примитивная логика (crud в репозиториях например))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Миграция на .NET 10</a:t>
            </a:r>
            <a:endParaRPr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Выполнен перевод всех проектов в решении с .NET 8 на .NET 10 путем замены свойства TargetFramework в каждом файле проекта.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Проверена совместимость существующего кода с новой версией платформы.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Обновлены все сторонние пакеты до версий, совместимых с .NET 10.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Выполнена проверка отсутствия критических изменений (breaking changes) в обновленных зависимостях.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Миграция на .NET 10</a:t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Проведен тест для проверки работоспособности ключевых сценариев: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Сборка контейнеров - Docker-образы успешно собираются без ошибок.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Применение миграций - миграции базы данных накатываются корректно на PostgreSQL.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Доступность API - все эндпоинты API отвечают HTTP-статусом 200 (OK) или ожидаемыми кодами успеха.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Запуск фоновых задач - планировщик (Hangfire) активируется и фоновые задачи стартуют строго по настроенному cron-расписанию.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Выводы</a:t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Документация по запуску лежит в readme репозитория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В итоге разделил решение полноценно на микросервисы, выделил общие зависимости, обновление до 10 .NET, отрефакторил код, привел архитектуру в порядок, написал unit-тесты (188 всего), в процессе тестирования исправил некорректное поведение программы, мелкие недочеты и ошибки, измерил и проанализировал покрытие тестами.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